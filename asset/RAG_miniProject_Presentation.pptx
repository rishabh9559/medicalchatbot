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6E06-56EA-D13A-E323-BD5B048AA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D77F6-B6A5-65B5-A583-44E52D1A9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545A-D84A-FDEF-8F28-BDC2D164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50173-A916-40A8-D37C-9A1C6EE1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F0493-8713-13BE-72F0-0A32CE33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45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3B1D-F6FB-2CAD-F616-9F562072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0FB49-8B95-8AEF-CFF3-26A3AEFB3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AB66E-D3DC-035E-842D-AE3EC86B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8E42-A84B-B236-6CA2-AB5875B1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8B48C-77F7-A728-C9BE-C02B6079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28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7294-447F-0425-088E-B2C8EB34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2D534-6C03-86E8-D91A-9F986F793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3A1F5-7723-0D45-F29E-14DF46A0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896A6-3AA4-4020-EAEF-948744A4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69859-11D0-C25B-B5AB-02884811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24A3-C90E-158C-492F-746AA2E2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E1079-ABCD-84F0-38D8-902972986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DF55E-46F4-831C-0014-7A759144B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EC602-3171-17D3-0333-F0C85534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0147B-FF85-BE48-76AE-39A3E8BB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852B9-DDCA-7702-384F-7D397EE4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12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F6D4-48C0-44BE-C177-1ADCBEA4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30C94-6DF9-C113-5C60-63CF694F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7F402-7623-4941-FDDF-7986DD38D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F7F88-D7AD-5AD6-33A2-C1FA73406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30EDB-1E20-0ED0-89B3-644E1A8A2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12D29-F70D-D1B6-4942-2E7C8048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D6607-1149-1DE2-B5C1-3118AB17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7B005-AED2-F592-7671-C514AB9C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37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054C-3759-9223-55F4-0EF1F1FD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55A0E-C356-BAC6-ED96-54AB75B6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067EE-512A-908A-96B4-083B0596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6FE4-E387-7D40-E921-534748E8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9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728BA-9391-0ABD-0E24-D15F4FF4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6B5126-FD87-918A-9C46-9476626A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3C87C-DCF2-F702-83BF-BCABADB9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11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5A17-22D1-2EB7-5CEE-A41985A7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5C105-39A2-DFEE-3990-B0F349FF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C322A-9FC5-9A99-0B6E-4821B8239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08AE8-F1DE-E2CB-DAB8-F3ADDF1B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FA196-69D4-8FEF-2A88-00EC4FBC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1954D-E1A6-3486-02F4-A3615E5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81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98C7-A249-F3C7-B57D-2056C25C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B52E4-C8B9-B041-353F-74EF04284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6DE60-865C-9F7A-4CC0-D8CBF4CAE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FE53-4C48-2BBF-4C9B-61D34430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AEE3-A8FC-D223-AD57-F3646CDD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41290-4C6E-CB0D-E95C-4F9C90A5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59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06ED-726A-DAAC-94D9-175706C9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3B9B-CB57-D8D3-6480-459BDF504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E418B-1260-FA52-AC51-5486E18C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C6D96-FAA3-69CD-375E-B93F8C8C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854AC-89BE-6B47-8BAB-684EFCE1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10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4D5C7-08C6-8FB7-5962-4849D4AB5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DC166-7496-8626-5E08-7174FFD31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79C2E-B6C8-9A28-8D95-3C9B7F95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D800-88EC-8D3D-B600-29770F9E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02C4F-601A-3368-BFBB-BF2344C4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89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D1398-2676-B040-D4D1-A0CA425A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B3F96-E297-E4A5-01F9-76D5AB077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EF23-85F6-CCF3-39E0-7506B5E1A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33CF7-B0AA-49EF-A333-872C3D145C4F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47843-F08C-C7F9-032D-3ACA53473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B388-E1CE-F595-CE70-02EF0A410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EE3D2-991D-49EA-AAC5-B8113E295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7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calchatbot-esmujoxhxhfvc3zt4fex4b.streamlit.app/" TargetMode="External"/><Relationship Id="rId2" Type="http://schemas.openxmlformats.org/officeDocument/2006/relationships/hyperlink" Target="https://github.com/Rishabh9559/medicalChatbo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140731-B00D-848A-A851-56F50F201CBC}"/>
              </a:ext>
            </a:extLst>
          </p:cNvPr>
          <p:cNvSpPr txBox="1"/>
          <p:nvPr/>
        </p:nvSpPr>
        <p:spPr>
          <a:xfrm>
            <a:off x="3607454" y="2567102"/>
            <a:ext cx="490629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Chatbot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B0EDD0-D4AA-4F33-62EA-9FE9CF73E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31942"/>
              </p:ext>
            </p:extLst>
          </p:nvPr>
        </p:nvGraphicFramePr>
        <p:xfrm>
          <a:off x="2031999" y="4223692"/>
          <a:ext cx="81280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049756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82203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353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Rishabh Kushwaha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2022448095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78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Gaurav Kumar pal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2022003691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18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Sachin Kumar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2022582528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7345666"/>
                  </a:ext>
                </a:extLst>
              </a:tr>
            </a:tbl>
          </a:graphicData>
        </a:graphic>
      </p:graphicFrame>
      <p:pic>
        <p:nvPicPr>
          <p:cNvPr id="2" name="Picture 3" descr="Picture 3">
            <a:extLst>
              <a:ext uri="{FF2B5EF4-FFF2-40B4-BE49-F238E27FC236}">
                <a16:creationId xmlns:a16="http://schemas.microsoft.com/office/drawing/2014/main" id="{6A647663-0A35-EEF1-E391-4A48DDDD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7"/>
          <a:stretch>
            <a:fillRect/>
          </a:stretch>
        </p:blipFill>
        <p:spPr>
          <a:xfrm>
            <a:off x="3294147" y="304800"/>
            <a:ext cx="5219604" cy="223118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CFC10C-3156-C23F-26A6-797FEED69034}"/>
              </a:ext>
            </a:extLst>
          </p:cNvPr>
          <p:cNvSpPr txBox="1"/>
          <p:nvPr/>
        </p:nvSpPr>
        <p:spPr>
          <a:xfrm>
            <a:off x="4326194" y="3429000"/>
            <a:ext cx="3814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Team Name : Team-RGS</a:t>
            </a:r>
          </a:p>
        </p:txBody>
      </p:sp>
    </p:spTree>
    <p:extLst>
      <p:ext uri="{BB962C8B-B14F-4D97-AF65-F5344CB8AC3E}">
        <p14:creationId xmlns:p14="http://schemas.microsoft.com/office/powerpoint/2010/main" val="247406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881B-27FC-86D6-351D-73ED2717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Chatbot Using RAG for Reliable Health Information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35CA1-001B-41A1-BEB7-6FC0CA2A8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–based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chatbot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delivers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safe, and reliable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information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(via Pinecone)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(via Gemini)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fact-grounded, context-aware responses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RAG?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hallucinations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context-grounded answers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reliability in medical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7359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6F65-DD78-CB37-37F6-F516DBBD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87805-458F-27C5-1AC2-5195823151C7}"/>
              </a:ext>
            </a:extLst>
          </p:cNvPr>
          <p:cNvSpPr txBox="1"/>
          <p:nvPr/>
        </p:nvSpPr>
        <p:spPr>
          <a:xfrm>
            <a:off x="1319514" y="1967696"/>
            <a:ext cx="960698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MedQuAD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(Medical Question Answering Dataset) – via Hugging Face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lavita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MedQuAD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13,000+ medically verified QA pairs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47 health topics and multiple medical domains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NIH, MedlinePlus, Genetic and Rare Diseases Info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factual retrieval and context enrichment</a:t>
            </a:r>
          </a:p>
        </p:txBody>
      </p:sp>
    </p:spTree>
    <p:extLst>
      <p:ext uri="{BB962C8B-B14F-4D97-AF65-F5344CB8AC3E}">
        <p14:creationId xmlns:p14="http://schemas.microsoft.com/office/powerpoint/2010/main" val="84830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08D2-E323-B37E-43E2-D6438CC4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4752"/>
            <a:ext cx="10515600" cy="1011728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D04CF908-EB0F-67F3-79E5-80D156404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28"/>
          <a:stretch/>
        </p:blipFill>
        <p:spPr>
          <a:xfrm>
            <a:off x="4702180" y="1087120"/>
            <a:ext cx="3075136" cy="553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3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7956-5A9C-8490-F3C5-5F927699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101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ED1F4-96A7-DE84-1965-1B62671953CD}"/>
              </a:ext>
            </a:extLst>
          </p:cNvPr>
          <p:cNvSpPr txBox="1"/>
          <p:nvPr/>
        </p:nvSpPr>
        <p:spPr>
          <a:xfrm>
            <a:off x="1300480" y="16906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 &amp; Indexing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106D4-DCDB-AF22-AADB-132E62AEBA62}"/>
              </a:ext>
            </a:extLst>
          </p:cNvPr>
          <p:cNvSpPr txBox="1"/>
          <p:nvPr/>
        </p:nvSpPr>
        <p:spPr>
          <a:xfrm>
            <a:off x="1381760" y="2403792"/>
            <a:ext cx="10160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Imported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lavita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MedQuAD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from Hugging Face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&amp; Normalization: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irrelevant tags; Standardized text formatting (lowercase, punctuation fixes)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Enrichment: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disease name, category, and source for filtering in Pinecone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Gemini Embedding Model (models/gemini-embedding-001) to convert QA pairs into dense vectors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Indexing: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embeddings and metadata into Pinecone vector database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Testing: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Queried index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query_retrive.ipynb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retrieval quality</a:t>
            </a:r>
          </a:p>
        </p:txBody>
      </p:sp>
    </p:spTree>
    <p:extLst>
      <p:ext uri="{BB962C8B-B14F-4D97-AF65-F5344CB8AC3E}">
        <p14:creationId xmlns:p14="http://schemas.microsoft.com/office/powerpoint/2010/main" val="77241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7D2E4F-FF4B-C34B-4939-75273DCA0793}"/>
              </a:ext>
            </a:extLst>
          </p:cNvPr>
          <p:cNvSpPr txBox="1"/>
          <p:nvPr/>
        </p:nvSpPr>
        <p:spPr>
          <a:xfrm>
            <a:off x="1487538" y="12103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Preparation &amp; Indexing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EAEA4-4FF0-C4F7-4866-A2DF5F45CCA7}"/>
              </a:ext>
            </a:extLst>
          </p:cNvPr>
          <p:cNvSpPr txBox="1"/>
          <p:nvPr/>
        </p:nvSpPr>
        <p:spPr>
          <a:xfrm>
            <a:off x="1487538" y="2079176"/>
            <a:ext cx="921692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metaData_prepration.ipynb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data_analyst.ipynb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Load and Parse raw Q&amp;A data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metadata with Gemini (category, entities, keywords, safety level)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 question and answer into a single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combined_text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Clean, remove errors, and finalize dataset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Save enriched dataset (enriched_records.csv)</a:t>
            </a:r>
          </a:p>
        </p:txBody>
      </p:sp>
    </p:spTree>
    <p:extLst>
      <p:ext uri="{BB962C8B-B14F-4D97-AF65-F5344CB8AC3E}">
        <p14:creationId xmlns:p14="http://schemas.microsoft.com/office/powerpoint/2010/main" val="53971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2F108-F57E-A257-FD3A-1F8B6DDAE446}"/>
              </a:ext>
            </a:extLst>
          </p:cNvPr>
          <p:cNvSpPr txBox="1"/>
          <p:nvPr/>
        </p:nvSpPr>
        <p:spPr>
          <a:xfrm>
            <a:off x="1696720" y="9897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Embedding and Indexing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A301A-E72C-39C4-16B4-C3BC56A55B8A}"/>
              </a:ext>
            </a:extLst>
          </p:cNvPr>
          <p:cNvSpPr txBox="1"/>
          <p:nvPr/>
        </p:nvSpPr>
        <p:spPr>
          <a:xfrm>
            <a:off x="1696720" y="1681262"/>
            <a:ext cx="9753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embedding_and_pinecone.ipynb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finalized dataset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Pinecone index (dimension = 3072)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embeddings using models/gemini-embedding-001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="RETRIEVAL_DOCUMENT" for document embeddings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 and metadata (ID, category, keywords) into Pinecone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successful upload of ~9,790 records</a:t>
            </a:r>
          </a:p>
        </p:txBody>
      </p:sp>
    </p:spTree>
    <p:extLst>
      <p:ext uri="{BB962C8B-B14F-4D97-AF65-F5344CB8AC3E}">
        <p14:creationId xmlns:p14="http://schemas.microsoft.com/office/powerpoint/2010/main" val="1874578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B9FD09-EC15-5605-7386-B623DB59C0B6}"/>
              </a:ext>
            </a:extLst>
          </p:cNvPr>
          <p:cNvSpPr txBox="1"/>
          <p:nvPr/>
        </p:nvSpPr>
        <p:spPr>
          <a:xfrm>
            <a:off x="1859280" y="10029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Query Retrieval (Online Pipeline)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1291C-40E5-0598-35BA-C1AE3CB14131}"/>
              </a:ext>
            </a:extLst>
          </p:cNvPr>
          <p:cNvSpPr txBox="1"/>
          <p:nvPr/>
        </p:nvSpPr>
        <p:spPr>
          <a:xfrm>
            <a:off x="1859280" y="1668979"/>
            <a:ext cx="93268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query_retrive.ipynb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user query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query using same Gemini model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="RETRIEVAL_QUERY" for optimized search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Pinecone index (cosine similarity)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top-k results (context blocks)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retrieved text to Gemini for final response generation</a:t>
            </a:r>
          </a:p>
        </p:txBody>
      </p:sp>
    </p:spTree>
    <p:extLst>
      <p:ext uri="{BB962C8B-B14F-4D97-AF65-F5344CB8AC3E}">
        <p14:creationId xmlns:p14="http://schemas.microsoft.com/office/powerpoint/2010/main" val="71891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600B26-5D8C-1144-D531-E8EC4474C36A}"/>
              </a:ext>
            </a:extLst>
          </p:cNvPr>
          <p:cNvSpPr txBox="1"/>
          <p:nvPr/>
        </p:nvSpPr>
        <p:spPr>
          <a:xfrm>
            <a:off x="1270000" y="11116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Technologies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BEC58-75DB-A3E5-4FDE-34C552C121FF}"/>
              </a:ext>
            </a:extLst>
          </p:cNvPr>
          <p:cNvSpPr txBox="1"/>
          <p:nvPr/>
        </p:nvSpPr>
        <p:spPr>
          <a:xfrm>
            <a:off x="1594464" y="1701333"/>
            <a:ext cx="82600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2.5 Flash: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generation + response synthesis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Embedding Model: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embeddings (3072-dimension vectors)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Pinecone: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indexing and similarity search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Interactive chatbot frontend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MedQuAD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DD3FE-1678-3442-6C65-F5035FB91A3D}"/>
              </a:ext>
            </a:extLst>
          </p:cNvPr>
          <p:cNvSpPr txBox="1"/>
          <p:nvPr/>
        </p:nvSpPr>
        <p:spPr>
          <a:xfrm>
            <a:off x="1076960" y="5307201"/>
            <a:ext cx="979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accurate, and safe medical chatbot capable of context-aware answers.</a:t>
            </a:r>
          </a:p>
        </p:txBody>
      </p:sp>
    </p:spTree>
    <p:extLst>
      <p:ext uri="{BB962C8B-B14F-4D97-AF65-F5344CB8AC3E}">
        <p14:creationId xmlns:p14="http://schemas.microsoft.com/office/powerpoint/2010/main" val="420755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25F0F-3A02-C2E8-EACA-B30D464C8F93}"/>
              </a:ext>
            </a:extLst>
          </p:cNvPr>
          <p:cNvSpPr txBox="1"/>
          <p:nvPr/>
        </p:nvSpPr>
        <p:spPr>
          <a:xfrm>
            <a:off x="2153265" y="1879419"/>
            <a:ext cx="86818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 like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https://github.com/Rishabh9559/medicalChatbot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link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https://medicalchatbot-esmujoxhxhfvc3zt4fex4b.streamlit.app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513E5-9FF4-0039-F4BE-6B39459C9510}"/>
              </a:ext>
            </a:extLst>
          </p:cNvPr>
          <p:cNvSpPr txBox="1"/>
          <p:nvPr/>
        </p:nvSpPr>
        <p:spPr>
          <a:xfrm>
            <a:off x="3175819" y="530942"/>
            <a:ext cx="497512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60585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558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Medical Chatbot Using RAG for Reliable Health Information </vt:lpstr>
      <vt:lpstr>Dataset Description </vt:lpstr>
      <vt:lpstr>WorkFlow Diagram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Kushwaha</dc:creator>
  <cp:lastModifiedBy>Rishabh Kushwaha</cp:lastModifiedBy>
  <cp:revision>6</cp:revision>
  <dcterms:created xsi:type="dcterms:W3CDTF">2025-10-30T04:25:56Z</dcterms:created>
  <dcterms:modified xsi:type="dcterms:W3CDTF">2025-10-30T04:54:11Z</dcterms:modified>
</cp:coreProperties>
</file>